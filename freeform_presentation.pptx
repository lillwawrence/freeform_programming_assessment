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8531-4972-BBA3-F216-457E555A5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FF359-21C1-ECE5-FDB4-304F27D47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F60FD-D7B2-4E89-62F6-465D6D94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E6D96-A9B6-DAD3-40D9-2FAFCE71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C80EC-244B-13B7-9F4F-EF090759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07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259F-219F-FDDF-29C8-6E6E2FF9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EEC5E-439B-C614-0A61-5BBD9ADD2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B10D0-9074-0D78-062F-0D229154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A056B-DB0C-7FE5-37F8-8433F892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8DA7E-78EC-19FC-C41B-1CFC3D13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014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74D3-EBA4-568B-E266-11A394FB7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5962D-482D-2C65-A7A2-03A284E5D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5955F-F851-DBF5-93A8-DA6E68A5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88513-A550-9D80-871E-0AEB0D942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40BA1-22F5-59CD-41C8-93D034DB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278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3F23-90B8-D521-7026-A3D56AD7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5C797-325C-610A-B526-840B0E7E6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D50B4-92A7-51A1-35CE-F8C83E2DF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43576-B704-EAB2-E955-486A72B1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267C6-C5B7-84CC-6A59-96BDE80C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C0B41-886D-8888-775D-20696F9E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227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18CC-9B47-B530-6918-7CEF649DC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E9272-BD59-7C0E-9265-FBF769AF3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A3D60-6810-8061-1188-E7A93407E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FD181-A4B9-FF61-CE8C-071B3635C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F51835-5F6C-8C6B-5EE5-AC5615A25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86782-3590-9F32-8E8B-A28B7E40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5FDA0-B0A4-F670-5A2A-E1B57638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71CF1-B233-DDD7-5AD1-CA46456D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01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B084-46B5-D9B0-E623-FD12A7F95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06BBB-F880-3F5E-BB04-640B6EC7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1D9C8-E826-B90E-7F83-5AD44C66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6BFBA-08C4-664F-1749-771DCF6B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85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FA30F9-C092-6BE0-2EBB-4201F8D5F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28812-58F1-F34D-4249-B7831031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1020E-A962-1274-A39A-1B6666B90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16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1F31-346F-E76D-0AF2-A1595427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4B6CE-F981-7846-04C1-2FDB48E30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99CF-D1F6-65B2-2582-A4701C068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6261F-8A32-894F-4C38-8BA98F46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F91D7-72F5-D233-0D55-C34627A6C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59DF5-27F6-8EAC-CBF2-E3F841A1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53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3F77-D897-D937-BA9C-7614200F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F1C531-9B46-8BF5-DF6C-4222C6597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B5596-0D9A-B51F-54CB-226B5C5E9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0122A-4953-82F3-02CF-58E4F5FE9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3B9DE-0D22-F415-8A46-173E19ED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1C3F1-23E5-7929-FCE8-5B0C9D7AB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85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DFB5-14F7-2676-08BF-22E2277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F19DE-56FE-DB4D-7F69-5D6EAF4C2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6317-EAEE-A7B6-B717-750FC9D2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1ADD7-0D08-7B71-D289-0E12C853F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11AB4-A8BA-49D7-67C3-4CCE857D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24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66EA-2AC2-41DF-262A-DA1A21C40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2094E-509B-3A07-6E26-38505FF4E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65EF8-DD27-D71F-10E8-410622E9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0EEB4-4068-7CAC-5F7B-95A8C7567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5B59A-6DC6-8297-DABD-3F1A082A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36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6ED8E7-6BEA-F00E-71E0-CD5A00216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27375-9CA3-BF29-9943-E20F1DD7F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D60FD-EDFD-616B-A8D6-E58F3E2A6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FF64A-EB50-4963-BEE8-EEA90A954A8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1FA62-76AB-61AF-57CC-95F4B2BC9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D4D42-9F4D-99AB-A353-B843B4510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62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AF81-892D-7F9D-421E-67F8441F5D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Freeform Programming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58EC7-FD26-2031-B047-6E6D6EEC24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536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13BA0-F068-DCF0-E2EE-4BE68880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Powerlifting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B1DC6-986F-6703-FC41-68CE31F5F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66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51B9-0AF5-AE4D-AE49-B0D0612C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Difficulties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DFF8-53EF-F794-B22B-D4280C9DD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Downloaded .csv file was 700MB – had to cut out some data before making </a:t>
            </a:r>
            <a:r>
              <a:rPr lang="en-GB"/>
              <a:t>my initial git repo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0541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25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Freeform Programming Assessment</vt:lpstr>
      <vt:lpstr>Powerlifting</vt:lpstr>
      <vt:lpstr>Initial Difficulties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Lawrence</dc:creator>
  <cp:lastModifiedBy>Will Lawrence</cp:lastModifiedBy>
  <cp:revision>5</cp:revision>
  <dcterms:created xsi:type="dcterms:W3CDTF">2025-12-08T14:18:09Z</dcterms:created>
  <dcterms:modified xsi:type="dcterms:W3CDTF">2025-12-09T17:24:29Z</dcterms:modified>
</cp:coreProperties>
</file>