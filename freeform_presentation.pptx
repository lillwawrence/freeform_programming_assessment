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168" y="11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B8531-4972-BBA3-F216-457E555A54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04FF359-21C1-ECE5-FDB4-304F27D474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AF60FD-D7B2-4E89-62F6-465D6D94BA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EFF64A-EB50-4963-BEE8-EEA90A954A85}" type="datetimeFigureOut">
              <a:rPr lang="en-GB" smtClean="0"/>
              <a:t>10/12/2025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3E6D96-A9B6-DAD3-40D9-2FAFCE7130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C80EC-244B-13B7-9F4F-EF090759B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DD7F8-5823-435D-95D7-812C13DE147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90770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8A259F-219F-FDDF-29C8-6E6E2FF93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AEEC5E-439B-C614-0A61-5BBD9ADD21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6B10D0-9074-0D78-062F-0D22915443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EFF64A-EB50-4963-BEE8-EEA90A954A85}" type="datetimeFigureOut">
              <a:rPr lang="en-GB" smtClean="0"/>
              <a:t>10/12/2025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DA056B-DB0C-7FE5-37F8-8433F89294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68DA7E-78EC-19FC-C41B-1CFC3D132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DD7F8-5823-435D-95D7-812C13DE147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60149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6F74D3-EBA4-568B-E266-11A394FB7E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55962D-482D-2C65-A7A2-03A284E5DC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B5955F-F851-DBF5-93A8-DA6E68A503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EFF64A-EB50-4963-BEE8-EEA90A954A85}" type="datetimeFigureOut">
              <a:rPr lang="en-GB" smtClean="0"/>
              <a:t>10/12/2025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B88513-A550-9D80-871E-0AEB0D942E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340BA1-22F5-59CD-41C8-93D034DB0B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DD7F8-5823-435D-95D7-812C13DE147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12783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D3F23-90B8-D521-7026-A3D56AD759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55C797-325C-610A-B526-840B0E7E6F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2D50B4-92A7-51A1-35CE-F8C83E2DFC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B343576-B704-EAB2-E955-486A72B1D3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EFF64A-EB50-4963-BEE8-EEA90A954A85}" type="datetimeFigureOut">
              <a:rPr lang="en-GB" smtClean="0"/>
              <a:t>10/12/2025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F267C6-C5B7-84CC-6A59-96BDE80C0C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DC0B41-886D-8888-775D-20696F9E7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DD7F8-5823-435D-95D7-812C13DE147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72273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5818CC-9B47-B530-6918-7CEF649DC5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1E9272-BD59-7C0E-9265-FBF769AF33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EA3D60-6810-8061-1188-E7A93407E9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0AFD181-A4B9-FF61-CE8C-071B3635CA7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F51835-5F6C-8C6B-5EE5-AC5615A25B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C186782-3590-9F32-8E8B-A28B7E40B2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EFF64A-EB50-4963-BEE8-EEA90A954A85}" type="datetimeFigureOut">
              <a:rPr lang="en-GB" smtClean="0"/>
              <a:t>10/12/2025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0D5FDA0-B0A4-F670-5A2A-E1B5763893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8371CF1-B233-DDD7-5AD1-CA46456D2A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DD7F8-5823-435D-95D7-812C13DE147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20112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0DB084-46B5-D9B0-E623-FD12A7F95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5F06BBB-F880-3F5E-BB04-640B6EC72D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EFF64A-EB50-4963-BEE8-EEA90A954A85}" type="datetimeFigureOut">
              <a:rPr lang="en-GB" smtClean="0"/>
              <a:t>10/12/2025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21D9C8-E826-B90E-7F83-5AD44C668D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A6BFBA-08C4-664F-1749-771DCF6B43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DD7F8-5823-435D-95D7-812C13DE147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588587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DFA30F9-C092-6BE0-2EBB-4201F8D5F4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EFF64A-EB50-4963-BEE8-EEA90A954A85}" type="datetimeFigureOut">
              <a:rPr lang="en-GB" smtClean="0"/>
              <a:t>10/12/2025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F428812-58F1-F34D-4249-B78310319B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C1020E-A962-1274-A39A-1B6666B902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DD7F8-5823-435D-95D7-812C13DE147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01671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FB1F31-346F-E76D-0AF2-A1595427A5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24B6CE-F981-7846-04C1-2FDB48E30A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3F99CF-D1F6-65B2-2582-A4701C068A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56261F-8A32-894F-4C38-8BA98F4673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EFF64A-EB50-4963-BEE8-EEA90A954A85}" type="datetimeFigureOut">
              <a:rPr lang="en-GB" smtClean="0"/>
              <a:t>10/12/2025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3F91D7-72F5-D233-0D55-C34627A6CF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D59DF5-27F6-8EAC-CBF2-E3F841A154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DD7F8-5823-435D-95D7-812C13DE147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05352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FB3F77-D897-D937-BA9C-7614200F28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AF1C531-9B46-8BF5-DF6C-4222C6597A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CB5596-0D9A-B51F-54CB-226B5C5E9D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10122A-4953-82F3-02CF-58E4F5FE9F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EFF64A-EB50-4963-BEE8-EEA90A954A85}" type="datetimeFigureOut">
              <a:rPr lang="en-GB" smtClean="0"/>
              <a:t>10/12/2025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63B9DE-0D22-F415-8A46-173E19EDAD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91C3F1-23E5-7929-FCE8-5B0C9D7AB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DD7F8-5823-435D-95D7-812C13DE147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8854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BCDFB5-14F7-2676-08BF-22E2277F7C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EF19DE-56FE-DB4D-7F69-5D6EAF4C2A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9B6317-EAEE-A7B6-B717-750FC9D292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EFF64A-EB50-4963-BEE8-EEA90A954A85}" type="datetimeFigureOut">
              <a:rPr lang="en-GB" smtClean="0"/>
              <a:t>10/12/2025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01ADD7-0D08-7B71-D289-0E12C853F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111AB4-A8BA-49D7-67C3-4CCE857D5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DD7F8-5823-435D-95D7-812C13DE147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12461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32666EA-2AC2-41DF-262A-DA1A21C40FA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DF2094E-509B-3A07-6E26-38505FF4EE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365EF8-DD27-D71F-10E8-410622E970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EFF64A-EB50-4963-BEE8-EEA90A954A85}" type="datetimeFigureOut">
              <a:rPr lang="en-GB" smtClean="0"/>
              <a:t>10/12/2025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70EEB4-4068-7CAC-5F7B-95A8C7567A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15B59A-6DC6-8297-DABD-3F1A082AE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DD7F8-5823-435D-95D7-812C13DE147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23643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C6ED8E7-6BEA-F00E-71E0-CD5A00216B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927375-9CA3-BF29-9943-E20F1DD7F9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ED60FD-EDFD-616B-A8D6-E58F3E2A6D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EFF64A-EB50-4963-BEE8-EEA90A954A85}" type="datetimeFigureOut">
              <a:rPr lang="en-GB" smtClean="0"/>
              <a:t>10/12/2025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D1FA62-76AB-61AF-57CC-95F4B2BC91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4D4D42-9F4D-99AB-A353-B843B4510C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5DD7F8-5823-435D-95D7-812C13DE147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1626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4" name="Picture 10" descr="Nottingham Strong: Read Reviews and Book Classes on ClassPass">
            <a:extLst>
              <a:ext uri="{FF2B5EF4-FFF2-40B4-BE49-F238E27FC236}">
                <a16:creationId xmlns:a16="http://schemas.microsoft.com/office/drawing/2014/main" id="{926C5C63-7D78-4FF6-A46B-0C1C0F9F5B7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 radius="6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-1" b="55122"/>
          <a:stretch>
            <a:fillRect/>
          </a:stretch>
        </p:blipFill>
        <p:spPr bwMode="auto">
          <a:xfrm>
            <a:off x="-217715" y="-106"/>
            <a:ext cx="13045440" cy="73438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52AF81-892D-7F9D-421E-67F8441F5DD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GB" dirty="0">
                <a:solidFill>
                  <a:srgbClr val="FF0000"/>
                </a:solidFill>
                <a:latin typeface="Arial Black" panose="020B0A04020102020204" pitchFamily="34" charset="0"/>
              </a:rPr>
              <a:t>Freeform Programming Assessment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A58EC7-FD26-2031-B047-6E6D6EEC246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>
                <a:solidFill>
                  <a:srgbClr val="FF0000"/>
                </a:solidFill>
                <a:latin typeface="Arial Black" panose="020B0A04020102020204" pitchFamily="34" charset="0"/>
              </a:rPr>
              <a:t>Topic - Powerlifting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A33D4FB6-7CC0-60FD-7E81-1B600193801F}"/>
              </a:ext>
            </a:extLst>
          </p:cNvPr>
          <p:cNvSpPr txBox="1">
            <a:spLocks/>
          </p:cNvSpPr>
          <p:nvPr/>
        </p:nvSpPr>
        <p:spPr>
          <a:xfrm>
            <a:off x="-1371600" y="6372225"/>
            <a:ext cx="6219825" cy="9715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800" dirty="0">
                <a:solidFill>
                  <a:srgbClr val="FF0000"/>
                </a:solidFill>
                <a:latin typeface="Arial Black" panose="020B0A04020102020204" pitchFamily="34" charset="0"/>
              </a:rPr>
              <a:t>Photo: Nottingham Strong</a:t>
            </a:r>
          </a:p>
        </p:txBody>
      </p:sp>
    </p:spTree>
    <p:extLst>
      <p:ext uri="{BB962C8B-B14F-4D97-AF65-F5344CB8AC3E}">
        <p14:creationId xmlns:p14="http://schemas.microsoft.com/office/powerpoint/2010/main" val="16415367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C13BA0-F068-DCF0-E2EE-4BE68880D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Powerlifting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9B1DC6-986F-6703-FC41-68CE31F5F7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76692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1151B9-0AF5-AE4D-AE49-B0D0612CC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Initial Difficulties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BADFF8-53EF-F794-B22B-D4280C9DD8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Downloaded .csv file was 700MB – had to cut out some data before making </a:t>
            </a:r>
            <a:r>
              <a:rPr lang="en-GB"/>
              <a:t>my initial git repo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205418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247</TotalTime>
  <Words>32</Words>
  <Application>Microsoft Office PowerPoint</Application>
  <PresentationFormat>Widescreen</PresentationFormat>
  <Paragraphs>6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Arial Black</vt:lpstr>
      <vt:lpstr>Calibri</vt:lpstr>
      <vt:lpstr>Calibri Light</vt:lpstr>
      <vt:lpstr>Office Theme</vt:lpstr>
      <vt:lpstr>Freeform Programming Assessment</vt:lpstr>
      <vt:lpstr>Powerlifting</vt:lpstr>
      <vt:lpstr>Initial Difficulties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Will Lawrence</dc:creator>
  <cp:lastModifiedBy>Will Lawrence</cp:lastModifiedBy>
  <cp:revision>6</cp:revision>
  <dcterms:created xsi:type="dcterms:W3CDTF">2025-12-08T14:18:09Z</dcterms:created>
  <dcterms:modified xsi:type="dcterms:W3CDTF">2025-12-10T11:17:19Z</dcterms:modified>
</cp:coreProperties>
</file>